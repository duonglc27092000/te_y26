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7830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pos="257" userDrawn="1">
          <p15:clr>
            <a:srgbClr val="A4A3A4"/>
          </p15:clr>
        </p15:guide>
        <p15:guide id="5" orient="horz" pos="4201" userDrawn="1">
          <p15:clr>
            <a:srgbClr val="A4A3A4"/>
          </p15:clr>
        </p15:guide>
        <p15:guide id="6" pos="76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93"/>
    <a:srgbClr val="42B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60"/>
  </p:normalViewPr>
  <p:slideViewPr>
    <p:cSldViewPr snapToGrid="0" showGuides="1">
      <p:cViewPr>
        <p:scale>
          <a:sx n="140" d="100"/>
          <a:sy n="140" d="100"/>
        </p:scale>
        <p:origin x="-2900" y="-3124"/>
      </p:cViewPr>
      <p:guideLst>
        <p:guide orient="horz" pos="2160"/>
        <p:guide pos="3908"/>
        <p:guide orient="horz" pos="482"/>
        <p:guide pos="257"/>
        <p:guide orient="horz" pos="4201"/>
        <p:guide pos="76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o Meng/WVN/Wistron" userId="a1ca3318-69ae-43ee-a631-1a0e8d74945a" providerId="ADAL" clId="{59B0A801-3EAD-4F56-B323-DB9C7D0881FF}"/>
    <pc:docChg chg="undo redo modSld">
      <pc:chgData name="Kimo Meng/WVN/Wistron" userId="a1ca3318-69ae-43ee-a631-1a0e8d74945a" providerId="ADAL" clId="{59B0A801-3EAD-4F56-B323-DB9C7D0881FF}" dt="2026-01-28T10:13:20.107" v="129" actId="20577"/>
      <pc:docMkLst>
        <pc:docMk/>
      </pc:docMkLst>
      <pc:sldChg chg="modSp">
        <pc:chgData name="Kimo Meng/WVN/Wistron" userId="a1ca3318-69ae-43ee-a631-1a0e8d74945a" providerId="ADAL" clId="{59B0A801-3EAD-4F56-B323-DB9C7D0881FF}" dt="2026-01-28T10:13:20.107" v="129" actId="20577"/>
        <pc:sldMkLst>
          <pc:docMk/>
          <pc:sldMk cId="873443413" sldId="2147478297"/>
        </pc:sldMkLst>
        <pc:spChg chg="mod">
          <ac:chgData name="Kimo Meng/WVN/Wistron" userId="a1ca3318-69ae-43ee-a631-1a0e8d74945a" providerId="ADAL" clId="{59B0A801-3EAD-4F56-B323-DB9C7D0881FF}" dt="2026-01-28T10:02:04.406" v="38" actId="113"/>
          <ac:spMkLst>
            <pc:docMk/>
            <pc:sldMk cId="873443413" sldId="2147478297"/>
            <ac:spMk id="159" creationId="{D69A1303-574F-4596-8AB0-D37625906BEA}"/>
          </ac:spMkLst>
        </pc:spChg>
        <pc:spChg chg="mod">
          <ac:chgData name="Kimo Meng/WVN/Wistron" userId="a1ca3318-69ae-43ee-a631-1a0e8d74945a" providerId="ADAL" clId="{59B0A801-3EAD-4F56-B323-DB9C7D0881FF}" dt="2026-01-28T10:02:25.455" v="54" actId="20577"/>
          <ac:spMkLst>
            <pc:docMk/>
            <pc:sldMk cId="873443413" sldId="2147478297"/>
            <ac:spMk id="200" creationId="{B7EF3CF0-A90C-48F4-9B8F-C1A8B53CCECD}"/>
          </ac:spMkLst>
        </pc:spChg>
        <pc:spChg chg="mod">
          <ac:chgData name="Kimo Meng/WVN/Wistron" userId="a1ca3318-69ae-43ee-a631-1a0e8d74945a" providerId="ADAL" clId="{59B0A801-3EAD-4F56-B323-DB9C7D0881FF}" dt="2026-01-28T10:02:39.452" v="61" actId="20577"/>
          <ac:spMkLst>
            <pc:docMk/>
            <pc:sldMk cId="873443413" sldId="2147478297"/>
            <ac:spMk id="201" creationId="{FFB0B918-0CD8-4B7D-A094-1D63B9B87207}"/>
          </ac:spMkLst>
        </pc:spChg>
        <pc:spChg chg="mod">
          <ac:chgData name="Kimo Meng/WVN/Wistron" userId="a1ca3318-69ae-43ee-a631-1a0e8d74945a" providerId="ADAL" clId="{59B0A801-3EAD-4F56-B323-DB9C7D0881FF}" dt="2026-01-28T10:03:13.377" v="89" actId="20577"/>
          <ac:spMkLst>
            <pc:docMk/>
            <pc:sldMk cId="873443413" sldId="2147478297"/>
            <ac:spMk id="202" creationId="{A6DE4A72-B462-47DF-A876-FEE0CB0B3C91}"/>
          </ac:spMkLst>
        </pc:spChg>
        <pc:spChg chg="mod">
          <ac:chgData name="Kimo Meng/WVN/Wistron" userId="a1ca3318-69ae-43ee-a631-1a0e8d74945a" providerId="ADAL" clId="{59B0A801-3EAD-4F56-B323-DB9C7D0881FF}" dt="2026-01-28T10:01:45.347" v="32" actId="20577"/>
          <ac:spMkLst>
            <pc:docMk/>
            <pc:sldMk cId="873443413" sldId="2147478297"/>
            <ac:spMk id="245" creationId="{E7940060-6C75-4374-972B-DE462E74FA3C}"/>
          </ac:spMkLst>
        </pc:spChg>
        <pc:spChg chg="mod">
          <ac:chgData name="Kimo Meng/WVN/Wistron" userId="a1ca3318-69ae-43ee-a631-1a0e8d74945a" providerId="ADAL" clId="{59B0A801-3EAD-4F56-B323-DB9C7D0881FF}" dt="2026-01-28T10:02:51.232" v="70" actId="20577"/>
          <ac:spMkLst>
            <pc:docMk/>
            <pc:sldMk cId="873443413" sldId="2147478297"/>
            <ac:spMk id="246" creationId="{B6EDCA29-8D09-4832-B24A-61EF29DB33CC}"/>
          </ac:spMkLst>
        </pc:spChg>
        <pc:spChg chg="mod">
          <ac:chgData name="Kimo Meng/WVN/Wistron" userId="a1ca3318-69ae-43ee-a631-1a0e8d74945a" providerId="ADAL" clId="{59B0A801-3EAD-4F56-B323-DB9C7D0881FF}" dt="2026-01-28T10:02:46.824" v="69" actId="6549"/>
          <ac:spMkLst>
            <pc:docMk/>
            <pc:sldMk cId="873443413" sldId="2147478297"/>
            <ac:spMk id="247" creationId="{4E3EBE6A-0C45-43E4-9420-6FD45AE35F40}"/>
          </ac:spMkLst>
        </pc:spChg>
        <pc:spChg chg="mod">
          <ac:chgData name="Kimo Meng/WVN/Wistron" userId="a1ca3318-69ae-43ee-a631-1a0e8d74945a" providerId="ADAL" clId="{59B0A801-3EAD-4F56-B323-DB9C7D0881FF}" dt="2026-01-28T10:03:06.712" v="79" actId="20577"/>
          <ac:spMkLst>
            <pc:docMk/>
            <pc:sldMk cId="873443413" sldId="2147478297"/>
            <ac:spMk id="248" creationId="{CBE88231-1E3A-4C4E-9AD5-FA7658BAADB3}"/>
          </ac:spMkLst>
        </pc:spChg>
        <pc:spChg chg="mod">
          <ac:chgData name="Kimo Meng/WVN/Wistron" userId="a1ca3318-69ae-43ee-a631-1a0e8d74945a" providerId="ADAL" clId="{59B0A801-3EAD-4F56-B323-DB9C7D0881FF}" dt="2026-01-28T10:13:20.107" v="129" actId="20577"/>
          <ac:spMkLst>
            <pc:docMk/>
            <pc:sldMk cId="873443413" sldId="2147478297"/>
            <ac:spMk id="250" creationId="{C7B15F38-10CB-405F-98BB-6ED795F4E0E5}"/>
          </ac:spMkLst>
        </pc:spChg>
        <pc:graphicFrameChg chg="mod">
          <ac:chgData name="Kimo Meng/WVN/Wistron" userId="a1ca3318-69ae-43ee-a631-1a0e8d74945a" providerId="ADAL" clId="{59B0A801-3EAD-4F56-B323-DB9C7D0881FF}" dt="2026-01-28T10:09:29.984" v="114"/>
          <ac:graphicFrameMkLst>
            <pc:docMk/>
            <pc:sldMk cId="873443413" sldId="2147478297"/>
            <ac:graphicFrameMk id="2" creationId="{2AA88FE3-61AB-4748-B5E6-1FD88D820E2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C594D-9D8D-412A-9D48-4CD1DF150BB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E1C41-F954-47D1-AD07-4695F3F0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6F32C-8F1C-E46A-0814-DD4DD613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AB78E-18FF-8ADB-D97C-9D14F1AE3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42314-40D9-C4E0-FB38-FD9BC51EC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7DA1D-8B79-1256-02C6-59F0BD4D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D69D4-DD47-449F-B599-13612730EB0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594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1C36-DD16-4951-9BB2-1300DA154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8061B-6F79-4378-BB0F-F61407C43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C1595-26FC-47FB-A886-06A586AAE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B8906-36D3-41FE-BB2F-E48680F8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E030D-91F5-4669-B4F9-BFD23CF6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2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1153-6342-406D-B91F-77F5FD61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A4C12-56AB-4FFF-B3CF-B0277938C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1C277-0C98-4D73-B844-8D4479D2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3B031-4A15-43DF-BCCC-682B3513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91D29-232E-4E64-8248-64858F5A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0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7F07-FF15-42DD-82D5-7E79A910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273CC-2218-434F-A92F-B7688E529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E760-EC77-478F-9C6A-7AD9A07FD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A07-595A-4304-9D08-5236CDE3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CB12F-D110-47C4-A253-C40861DE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0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823A-8698-4718-808D-C715F60E4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E171C-CB4D-4DE2-9353-4BF4532FB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061C0-4194-4310-9E14-4B6695EAD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14940-1161-4B12-A2A3-7D5DFD33F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F0450-7F95-45B4-8900-448635B4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0FE2E-FDC9-4A3A-ADE6-79B7A4C2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6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F2BB-4EB6-47D0-BC79-B12125D55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249EC-2CE6-45F7-878F-1A95FF9C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4A2E3-C9AC-4B3D-B6B1-2452E3082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ACF3F-0FAA-460F-B908-24268EDEF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63E44F-C81C-497E-B39A-B14241CD7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0FEE53-A3F3-4F3A-9453-8C5FE7AC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54E148-836C-4C7C-A0FE-5176B867A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93ACC-8A6C-447C-9EF5-071F700E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98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963E8-D3ED-4B82-A0E7-6EB5D5FD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2482C-80A2-41A1-9584-4B00BFDE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61837-96DF-480D-B2E5-57FF1686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CB542-EC4C-4357-94D0-692716D5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41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1780A-CE81-4848-905F-13649D1E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F8176C-B0A8-4840-8B9C-2452E5225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17FD6-A3E6-4A8C-88EB-063D9350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28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8A21-2B46-47FE-BAFE-A528D419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3EFB2-42E1-482F-A49E-766A49FA8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0C04F-4D5A-4A22-97F3-ACB5FD9C7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91743-4470-4AB8-8607-A35825B9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09C47-CED6-459B-8BC0-F153932A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4A36F-8625-4DDD-9081-281C3084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09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3D519-855A-484D-8167-3DE210D5C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C4F80C-1442-41F9-89DF-5109B54F5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E1D04-B81A-40EC-AF4C-B5627E8D9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B1510-50B1-4C49-A018-91576E3C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8AB0D-E492-449D-B0ED-318D36D8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BD9E8-F23D-46B2-A981-45EFB504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6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58F8-E84B-4EB4-9B42-03A6F539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ED418-4E37-46B0-8666-CA56F7582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C8F5F-C896-475F-91A9-9361AA9A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5420B-FC7F-4E7E-A06E-3D45382B5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65D99-7666-4CBA-B390-7819667E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A04B7-2B5B-4443-ACDA-B9B9F712C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0DEB1-DA01-4D0A-A5A8-37896EE43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4282E-A595-4518-9768-AFDCF6C01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0674-0363-44BB-874D-13869159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4E082-745F-4B3C-89B9-7601615E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46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stron_T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047" y="1103697"/>
            <a:ext cx="11519999" cy="5364576"/>
          </a:xfrm>
          <a:prstGeom prst="rect">
            <a:avLst/>
          </a:prstGeo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/>
            </a:lvl1pPr>
            <a:lvl5pPr marL="1828754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047" y="255449"/>
            <a:ext cx="11520000" cy="649324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310435" y="6504632"/>
            <a:ext cx="685477" cy="365125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76800" cy="768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91463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6DDEA-15CD-41C5-8E95-3EEF4CD8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AE419-7DB4-4384-98A6-816E61AB0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C3E22-221A-4322-A409-B004BFA92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AF91-6D4A-4AF4-89BA-EF70AE40232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9B31C-8300-4223-BE6B-E14665BD6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B791A-6A18-451A-9D9C-8DFFA56A4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135C6-D9B2-49B1-E01C-F5A60B99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73">
            <a:extLst>
              <a:ext uri="{FF2B5EF4-FFF2-40B4-BE49-F238E27FC236}">
                <a16:creationId xmlns:a16="http://schemas.microsoft.com/office/drawing/2014/main" id="{40453586-8D1B-0D63-761A-B4722EB388EA}"/>
              </a:ext>
            </a:extLst>
          </p:cNvPr>
          <p:cNvSpPr/>
          <p:nvPr/>
        </p:nvSpPr>
        <p:spPr>
          <a:xfrm>
            <a:off x="263958" y="2776206"/>
            <a:ext cx="2952000" cy="16885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9D9F167-C4A3-79A3-FA32-C9D40CE47669}"/>
              </a:ext>
            </a:extLst>
          </p:cNvPr>
          <p:cNvSpPr/>
          <p:nvPr/>
        </p:nvSpPr>
        <p:spPr>
          <a:xfrm>
            <a:off x="9242165" y="1597571"/>
            <a:ext cx="2916883" cy="11375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8257664-34E5-F126-B954-5FB487138CEA}"/>
              </a:ext>
            </a:extLst>
          </p:cNvPr>
          <p:cNvSpPr/>
          <p:nvPr/>
        </p:nvSpPr>
        <p:spPr>
          <a:xfrm>
            <a:off x="6228011" y="1597571"/>
            <a:ext cx="2952000" cy="1137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0FE7F74-BCA6-4696-E972-7ECBCD724654}"/>
              </a:ext>
            </a:extLst>
          </p:cNvPr>
          <p:cNvSpPr/>
          <p:nvPr/>
        </p:nvSpPr>
        <p:spPr>
          <a:xfrm>
            <a:off x="3241404" y="1597571"/>
            <a:ext cx="2952000" cy="1154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9384B59-B31B-AD6B-E93D-AD98B3D9672F}"/>
              </a:ext>
            </a:extLst>
          </p:cNvPr>
          <p:cNvSpPr/>
          <p:nvPr/>
        </p:nvSpPr>
        <p:spPr>
          <a:xfrm>
            <a:off x="263958" y="1597571"/>
            <a:ext cx="2952000" cy="1154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矩形 4">
            <a:extLst>
              <a:ext uri="{FF2B5EF4-FFF2-40B4-BE49-F238E27FC236}">
                <a16:creationId xmlns:a16="http://schemas.microsoft.com/office/drawing/2014/main" id="{23071DBA-4DA0-6E7B-5A4B-618C085052B8}"/>
              </a:ext>
            </a:extLst>
          </p:cNvPr>
          <p:cNvSpPr/>
          <p:nvPr/>
        </p:nvSpPr>
        <p:spPr>
          <a:xfrm>
            <a:off x="0" y="2776205"/>
            <a:ext cx="211364" cy="1669593"/>
          </a:xfrm>
          <a:prstGeom prst="rect">
            <a:avLst/>
          </a:prstGeom>
          <a:solidFill>
            <a:srgbClr val="006C93"/>
          </a:solidFill>
          <a:ln>
            <a:solidFill>
              <a:srgbClr val="006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失效模式</a:t>
            </a:r>
            <a:endParaRPr lang="en-US" altLang="zh-CN" sz="12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155" name="矩形 4">
            <a:extLst>
              <a:ext uri="{FF2B5EF4-FFF2-40B4-BE49-F238E27FC236}">
                <a16:creationId xmlns:a16="http://schemas.microsoft.com/office/drawing/2014/main" id="{6DCC30B3-A592-CEB5-04E5-A27DD040901F}"/>
              </a:ext>
            </a:extLst>
          </p:cNvPr>
          <p:cNvSpPr/>
          <p:nvPr/>
        </p:nvSpPr>
        <p:spPr>
          <a:xfrm>
            <a:off x="0" y="4520791"/>
            <a:ext cx="211364" cy="2291214"/>
          </a:xfrm>
          <a:prstGeom prst="rect">
            <a:avLst/>
          </a:prstGeom>
          <a:solidFill>
            <a:srgbClr val="006C93"/>
          </a:solidFill>
          <a:ln>
            <a:solidFill>
              <a:srgbClr val="006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改善策略</a:t>
            </a:r>
            <a:endParaRPr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160" name="矩形 4">
            <a:extLst>
              <a:ext uri="{FF2B5EF4-FFF2-40B4-BE49-F238E27FC236}">
                <a16:creationId xmlns:a16="http://schemas.microsoft.com/office/drawing/2014/main" id="{07B556D8-88A8-DF84-814A-70E4FA225243}"/>
              </a:ext>
            </a:extLst>
          </p:cNvPr>
          <p:cNvSpPr/>
          <p:nvPr/>
        </p:nvSpPr>
        <p:spPr>
          <a:xfrm>
            <a:off x="-1" y="1601018"/>
            <a:ext cx="216001" cy="1137501"/>
          </a:xfrm>
          <a:prstGeom prst="rect">
            <a:avLst/>
          </a:prstGeom>
          <a:solidFill>
            <a:srgbClr val="006C93"/>
          </a:solidFill>
          <a:ln>
            <a:solidFill>
              <a:srgbClr val="006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现象</a:t>
            </a:r>
            <a:endParaRPr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6EFD3FF-52C6-ABA8-C382-52AC28119889}"/>
              </a:ext>
            </a:extLst>
          </p:cNvPr>
          <p:cNvSpPr/>
          <p:nvPr/>
        </p:nvSpPr>
        <p:spPr>
          <a:xfrm>
            <a:off x="257265" y="4520791"/>
            <a:ext cx="2952000" cy="229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DEFCFAA-7A84-6A39-DE2E-765FFFC1BBDF}"/>
              </a:ext>
            </a:extLst>
          </p:cNvPr>
          <p:cNvSpPr/>
          <p:nvPr/>
        </p:nvSpPr>
        <p:spPr>
          <a:xfrm>
            <a:off x="3241404" y="2776206"/>
            <a:ext cx="2979914" cy="1669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E022D51-0FF8-2467-206E-80B7DB885EDB}"/>
              </a:ext>
            </a:extLst>
          </p:cNvPr>
          <p:cNvSpPr/>
          <p:nvPr/>
        </p:nvSpPr>
        <p:spPr>
          <a:xfrm>
            <a:off x="3234711" y="4520791"/>
            <a:ext cx="2952000" cy="229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7B016FB-4AB3-1B77-0501-041837CA0E9C}"/>
              </a:ext>
            </a:extLst>
          </p:cNvPr>
          <p:cNvSpPr/>
          <p:nvPr/>
        </p:nvSpPr>
        <p:spPr>
          <a:xfrm>
            <a:off x="6228011" y="2776206"/>
            <a:ext cx="2952000" cy="1669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1B6582A-89D1-57D8-34FA-6ACC8EDBE766}"/>
              </a:ext>
            </a:extLst>
          </p:cNvPr>
          <p:cNvSpPr/>
          <p:nvPr/>
        </p:nvSpPr>
        <p:spPr>
          <a:xfrm>
            <a:off x="6221318" y="4520790"/>
            <a:ext cx="2952000" cy="229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7504193-957A-DA47-D756-A62DA7DC3CE7}"/>
              </a:ext>
            </a:extLst>
          </p:cNvPr>
          <p:cNvSpPr/>
          <p:nvPr/>
        </p:nvSpPr>
        <p:spPr>
          <a:xfrm>
            <a:off x="9242165" y="2768586"/>
            <a:ext cx="2916883" cy="1669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CE3B25D8-649C-27B5-F19F-8C13A70852DF}"/>
              </a:ext>
            </a:extLst>
          </p:cNvPr>
          <p:cNvSpPr/>
          <p:nvPr/>
        </p:nvSpPr>
        <p:spPr>
          <a:xfrm>
            <a:off x="9210058" y="4520790"/>
            <a:ext cx="2952000" cy="2291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71BE0A6-F525-E715-682E-AC69211D7733}"/>
              </a:ext>
            </a:extLst>
          </p:cNvPr>
          <p:cNvSpPr txBox="1"/>
          <p:nvPr/>
        </p:nvSpPr>
        <p:spPr>
          <a:xfrm>
            <a:off x="165811" y="530346"/>
            <a:ext cx="11993237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vi-VN" sz="1600">
                <a:solidFill>
                  <a:srgbClr val="006C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TEMP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vi-VN" sz="1600">
                <a:solidFill>
                  <a:srgbClr val="006C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TEMP</a:t>
            </a:r>
            <a:endParaRPr lang="en-US" sz="1600" dirty="0">
              <a:solidFill>
                <a:srgbClr val="006C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D1A5EF-D3CB-36F2-64B8-0704BFE4169B}"/>
              </a:ext>
            </a:extLst>
          </p:cNvPr>
          <p:cNvSpPr/>
          <p:nvPr/>
        </p:nvSpPr>
        <p:spPr>
          <a:xfrm>
            <a:off x="263958" y="1299313"/>
            <a:ext cx="2952000" cy="296333"/>
          </a:xfrm>
          <a:prstGeom prst="rect">
            <a:avLst/>
          </a:prstGeom>
          <a:solidFill>
            <a:srgbClr val="00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人</a:t>
            </a:r>
            <a:endParaRPr 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28E5AC-7C98-E8C2-F95E-20E329BB4919}"/>
              </a:ext>
            </a:extLst>
          </p:cNvPr>
          <p:cNvSpPr/>
          <p:nvPr/>
        </p:nvSpPr>
        <p:spPr>
          <a:xfrm>
            <a:off x="3241404" y="1299313"/>
            <a:ext cx="2952000" cy="296333"/>
          </a:xfrm>
          <a:prstGeom prst="rect">
            <a:avLst/>
          </a:prstGeom>
          <a:solidFill>
            <a:srgbClr val="00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机</a:t>
            </a:r>
            <a:endParaRPr 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136B15-A18F-FA1E-EEBC-97264E211A18}"/>
              </a:ext>
            </a:extLst>
          </p:cNvPr>
          <p:cNvSpPr/>
          <p:nvPr/>
        </p:nvSpPr>
        <p:spPr>
          <a:xfrm>
            <a:off x="6228011" y="1299313"/>
            <a:ext cx="2952000" cy="296333"/>
          </a:xfrm>
          <a:prstGeom prst="rect">
            <a:avLst/>
          </a:prstGeom>
          <a:solidFill>
            <a:srgbClr val="00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法</a:t>
            </a:r>
            <a:endParaRPr 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DBBBFC-B545-1960-B252-899AE21D6270}"/>
              </a:ext>
            </a:extLst>
          </p:cNvPr>
          <p:cNvSpPr/>
          <p:nvPr/>
        </p:nvSpPr>
        <p:spPr>
          <a:xfrm>
            <a:off x="9242165" y="1299313"/>
            <a:ext cx="2916883" cy="296333"/>
          </a:xfrm>
          <a:prstGeom prst="rect">
            <a:avLst/>
          </a:prstGeom>
          <a:solidFill>
            <a:srgbClr val="00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环</a:t>
            </a:r>
            <a:endParaRPr 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標題 1">
            <a:extLst>
              <a:ext uri="{FF2B5EF4-FFF2-40B4-BE49-F238E27FC236}">
                <a16:creationId xmlns:a16="http://schemas.microsoft.com/office/drawing/2014/main" id="{CF9C3746-D33C-459A-086C-A601BCC475B0}"/>
              </a:ext>
            </a:extLst>
          </p:cNvPr>
          <p:cNvSpPr txBox="1">
            <a:spLocks/>
          </p:cNvSpPr>
          <p:nvPr/>
        </p:nvSpPr>
        <p:spPr>
          <a:xfrm>
            <a:off x="66955" y="45993"/>
            <a:ext cx="11729712" cy="492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LED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失效模式分析 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&amp; 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改善对策</a:t>
            </a:r>
            <a:endParaRPr lang="zh-TW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798270-5079-C4F7-9B47-124414C33A79}"/>
              </a:ext>
            </a:extLst>
          </p:cNvPr>
          <p:cNvSpPr txBox="1"/>
          <p:nvPr/>
        </p:nvSpPr>
        <p:spPr>
          <a:xfrm>
            <a:off x="6214553" y="4546139"/>
            <a:ext cx="2965458" cy="1356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zh-CN" sz="800">
                <a:ea typeface="Microsoft YaHei" panose="020B0503020204020204" pitchFamily="34" charset="-122"/>
              </a:rPr>
              <a:t>1</a:t>
            </a:r>
            <a:r>
              <a:rPr lang="en-US" altLang="zh-CN" sz="800">
                <a:ea typeface="Microsoft YaHei" panose="020B0503020204020204" pitchFamily="34" charset="-122"/>
              </a:rPr>
              <a:t>.</a:t>
            </a:r>
            <a:r>
              <a:rPr lang="vi-VN" altLang="zh-CN" sz="800">
                <a:ea typeface="Microsoft YaHei" panose="020B0503020204020204" pitchFamily="34" charset="-122"/>
              </a:rPr>
              <a:t>Vấn đề KbLinght nhấp nháy</a:t>
            </a:r>
          </a:p>
          <a:p>
            <a:pPr>
              <a:lnSpc>
                <a:spcPct val="130000"/>
              </a:lnSpc>
            </a:pPr>
            <a:r>
              <a:rPr lang="vi-VN" altLang="zh-CN" sz="800">
                <a:ea typeface="Microsoft YaHei" panose="020B0503020204020204" pitchFamily="34" charset="-122"/>
              </a:rPr>
              <a:t>2.Nguyên nhân timeoutkblight auoto set = 5s when run tool wDiagLed64.exe /setkbbl 4</a:t>
            </a:r>
          </a:p>
          <a:p>
            <a:pPr>
              <a:lnSpc>
                <a:spcPct val="130000"/>
              </a:lnSpc>
            </a:pPr>
            <a:r>
              <a:rPr lang="vi-VN" altLang="zh-CN" sz="800">
                <a:ea typeface="Microsoft YaHei" panose="020B0503020204020204" pitchFamily="34" charset="-122"/>
              </a:rPr>
              <a:t>3.Xảy ra khi vào Led 2</a:t>
            </a:r>
          </a:p>
          <a:p>
            <a:pPr>
              <a:lnSpc>
                <a:spcPct val="130000"/>
              </a:lnSpc>
            </a:pPr>
            <a:r>
              <a:rPr lang="vi-VN" altLang="zh-CN" sz="800">
                <a:ea typeface="Microsoft YaHei" panose="020B0503020204020204" pitchFamily="34" charset="-122"/>
              </a:rPr>
              <a:t>4. Ảnh hưởng đến máy Led chụp đèn nền phím</a:t>
            </a:r>
          </a:p>
          <a:p>
            <a:pPr marL="171450" indent="-171450">
              <a:lnSpc>
                <a:spcPct val="130000"/>
              </a:lnSpc>
              <a:buFont typeface="Symbol" panose="05050102010706020507" pitchFamily="18" charset="2"/>
              <a:buChar char="Þ"/>
            </a:pPr>
            <a:r>
              <a:rPr lang="vi-VN" altLang="zh-CN" sz="800">
                <a:ea typeface="Microsoft YaHei" panose="020B0503020204020204" pitchFamily="34" charset="-122"/>
              </a:rPr>
              <a:t>Action:</a:t>
            </a:r>
            <a:r>
              <a:rPr lang="en-US" altLang="zh-CN" sz="800">
                <a:ea typeface="Microsoft YaHei" panose="020B0503020204020204" pitchFamily="34" charset="-122"/>
              </a:rPr>
              <a:t> </a:t>
            </a:r>
            <a:endParaRPr lang="vi-VN" altLang="zh-CN" sz="800">
              <a:ea typeface="Microsoft YaHei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vi-VN" altLang="zh-CN" sz="800">
                <a:ea typeface="Microsoft YaHei" panose="020B0503020204020204" pitchFamily="34" charset="-122"/>
              </a:rPr>
              <a:t>Turn on led kblight cycle = 8 &amp; delay =0 ( time = 8.6s) because take a picture Kblight ( 8-10s) – </a:t>
            </a:r>
            <a:r>
              <a:rPr lang="en-US" altLang="zh-CN" sz="800">
                <a:solidFill>
                  <a:srgbClr val="FFC000"/>
                </a:solidFill>
                <a:ea typeface="Microsoft YaHei" panose="020B0503020204020204" pitchFamily="34" charset="-122"/>
              </a:rPr>
              <a:t>ongoing</a:t>
            </a:r>
            <a:r>
              <a:rPr lang="en-US" altLang="zh-CN" sz="800">
                <a:ea typeface="Microsoft YaHei" panose="020B0503020204020204" pitchFamily="34" charset="-122"/>
              </a:rPr>
              <a:t> </a:t>
            </a:r>
            <a:endParaRPr lang="vi-VN" altLang="zh-CN" sz="800"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215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2756</TotalTime>
  <Words>93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Microsoft YaHei</vt:lpstr>
      <vt:lpstr>Aptos</vt:lpstr>
      <vt:lpstr>Arial</vt:lpstr>
      <vt:lpstr>Calibri</vt:lpstr>
      <vt:lpstr>Calibri Light</vt:lpstr>
      <vt:lpstr>Symbol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D14 Olinda High X-Build cannot control HDMI mode</dc:title>
  <dc:creator>Ringo Yang/WVN/Wistron</dc:creator>
  <cp:lastModifiedBy>Duong Luong/WVN/Wistron</cp:lastModifiedBy>
  <cp:revision>340</cp:revision>
  <dcterms:created xsi:type="dcterms:W3CDTF">2025-01-03T18:50:28Z</dcterms:created>
  <dcterms:modified xsi:type="dcterms:W3CDTF">2026-03-11T06:17:51Z</dcterms:modified>
</cp:coreProperties>
</file>