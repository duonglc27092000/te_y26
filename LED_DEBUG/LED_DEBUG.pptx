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147478300" r:id="rId2"/>
    <p:sldId id="214747829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908" userDrawn="1">
          <p15:clr>
            <a:srgbClr val="A4A3A4"/>
          </p15:clr>
        </p15:guide>
        <p15:guide id="3" orient="horz" pos="482" userDrawn="1">
          <p15:clr>
            <a:srgbClr val="A4A3A4"/>
          </p15:clr>
        </p15:guide>
        <p15:guide id="4" pos="257" userDrawn="1">
          <p15:clr>
            <a:srgbClr val="A4A3A4"/>
          </p15:clr>
        </p15:guide>
        <p15:guide id="5" orient="horz" pos="4201" userDrawn="1">
          <p15:clr>
            <a:srgbClr val="A4A3A4"/>
          </p15:clr>
        </p15:guide>
        <p15:guide id="6" pos="765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C93"/>
    <a:srgbClr val="42BE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64" autoAdjust="0"/>
    <p:restoredTop sz="94660"/>
  </p:normalViewPr>
  <p:slideViewPr>
    <p:cSldViewPr snapToGrid="0" showGuides="1">
      <p:cViewPr varScale="1">
        <p:scale>
          <a:sx n="59" d="100"/>
          <a:sy n="59" d="100"/>
        </p:scale>
        <p:origin x="1080" y="52"/>
      </p:cViewPr>
      <p:guideLst>
        <p:guide orient="horz" pos="2160"/>
        <p:guide pos="3908"/>
        <p:guide orient="horz" pos="482"/>
        <p:guide pos="257"/>
        <p:guide orient="horz" pos="4201"/>
        <p:guide pos="765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mo Meng/WVN/Wistron" userId="a1ca3318-69ae-43ee-a631-1a0e8d74945a" providerId="ADAL" clId="{59B0A801-3EAD-4F56-B323-DB9C7D0881FF}"/>
    <pc:docChg chg="undo redo modSld">
      <pc:chgData name="Kimo Meng/WVN/Wistron" userId="a1ca3318-69ae-43ee-a631-1a0e8d74945a" providerId="ADAL" clId="{59B0A801-3EAD-4F56-B323-DB9C7D0881FF}" dt="2026-01-28T10:13:20.107" v="129" actId="20577"/>
      <pc:docMkLst>
        <pc:docMk/>
      </pc:docMkLst>
      <pc:sldChg chg="modSp">
        <pc:chgData name="Kimo Meng/WVN/Wistron" userId="a1ca3318-69ae-43ee-a631-1a0e8d74945a" providerId="ADAL" clId="{59B0A801-3EAD-4F56-B323-DB9C7D0881FF}" dt="2026-01-28T10:13:20.107" v="129" actId="20577"/>
        <pc:sldMkLst>
          <pc:docMk/>
          <pc:sldMk cId="873443413" sldId="2147478297"/>
        </pc:sldMkLst>
        <pc:spChg chg="mod">
          <ac:chgData name="Kimo Meng/WVN/Wistron" userId="a1ca3318-69ae-43ee-a631-1a0e8d74945a" providerId="ADAL" clId="{59B0A801-3EAD-4F56-B323-DB9C7D0881FF}" dt="2026-01-28T10:02:04.406" v="38" actId="113"/>
          <ac:spMkLst>
            <pc:docMk/>
            <pc:sldMk cId="873443413" sldId="2147478297"/>
            <ac:spMk id="159" creationId="{D69A1303-574F-4596-8AB0-D37625906BEA}"/>
          </ac:spMkLst>
        </pc:spChg>
        <pc:spChg chg="mod">
          <ac:chgData name="Kimo Meng/WVN/Wistron" userId="a1ca3318-69ae-43ee-a631-1a0e8d74945a" providerId="ADAL" clId="{59B0A801-3EAD-4F56-B323-DB9C7D0881FF}" dt="2026-01-28T10:02:25.455" v="54" actId="20577"/>
          <ac:spMkLst>
            <pc:docMk/>
            <pc:sldMk cId="873443413" sldId="2147478297"/>
            <ac:spMk id="200" creationId="{B7EF3CF0-A90C-48F4-9B8F-C1A8B53CCECD}"/>
          </ac:spMkLst>
        </pc:spChg>
        <pc:spChg chg="mod">
          <ac:chgData name="Kimo Meng/WVN/Wistron" userId="a1ca3318-69ae-43ee-a631-1a0e8d74945a" providerId="ADAL" clId="{59B0A801-3EAD-4F56-B323-DB9C7D0881FF}" dt="2026-01-28T10:02:39.452" v="61" actId="20577"/>
          <ac:spMkLst>
            <pc:docMk/>
            <pc:sldMk cId="873443413" sldId="2147478297"/>
            <ac:spMk id="201" creationId="{FFB0B918-0CD8-4B7D-A094-1D63B9B87207}"/>
          </ac:spMkLst>
        </pc:spChg>
        <pc:spChg chg="mod">
          <ac:chgData name="Kimo Meng/WVN/Wistron" userId="a1ca3318-69ae-43ee-a631-1a0e8d74945a" providerId="ADAL" clId="{59B0A801-3EAD-4F56-B323-DB9C7D0881FF}" dt="2026-01-28T10:03:13.377" v="89" actId="20577"/>
          <ac:spMkLst>
            <pc:docMk/>
            <pc:sldMk cId="873443413" sldId="2147478297"/>
            <ac:spMk id="202" creationId="{A6DE4A72-B462-47DF-A876-FEE0CB0B3C91}"/>
          </ac:spMkLst>
        </pc:spChg>
        <pc:spChg chg="mod">
          <ac:chgData name="Kimo Meng/WVN/Wistron" userId="a1ca3318-69ae-43ee-a631-1a0e8d74945a" providerId="ADAL" clId="{59B0A801-3EAD-4F56-B323-DB9C7D0881FF}" dt="2026-01-28T10:01:45.347" v="32" actId="20577"/>
          <ac:spMkLst>
            <pc:docMk/>
            <pc:sldMk cId="873443413" sldId="2147478297"/>
            <ac:spMk id="245" creationId="{E7940060-6C75-4374-972B-DE462E74FA3C}"/>
          </ac:spMkLst>
        </pc:spChg>
        <pc:spChg chg="mod">
          <ac:chgData name="Kimo Meng/WVN/Wistron" userId="a1ca3318-69ae-43ee-a631-1a0e8d74945a" providerId="ADAL" clId="{59B0A801-3EAD-4F56-B323-DB9C7D0881FF}" dt="2026-01-28T10:02:51.232" v="70" actId="20577"/>
          <ac:spMkLst>
            <pc:docMk/>
            <pc:sldMk cId="873443413" sldId="2147478297"/>
            <ac:spMk id="246" creationId="{B6EDCA29-8D09-4832-B24A-61EF29DB33CC}"/>
          </ac:spMkLst>
        </pc:spChg>
        <pc:spChg chg="mod">
          <ac:chgData name="Kimo Meng/WVN/Wistron" userId="a1ca3318-69ae-43ee-a631-1a0e8d74945a" providerId="ADAL" clId="{59B0A801-3EAD-4F56-B323-DB9C7D0881FF}" dt="2026-01-28T10:02:46.824" v="69" actId="6549"/>
          <ac:spMkLst>
            <pc:docMk/>
            <pc:sldMk cId="873443413" sldId="2147478297"/>
            <ac:spMk id="247" creationId="{4E3EBE6A-0C45-43E4-9420-6FD45AE35F40}"/>
          </ac:spMkLst>
        </pc:spChg>
        <pc:spChg chg="mod">
          <ac:chgData name="Kimo Meng/WVN/Wistron" userId="a1ca3318-69ae-43ee-a631-1a0e8d74945a" providerId="ADAL" clId="{59B0A801-3EAD-4F56-B323-DB9C7D0881FF}" dt="2026-01-28T10:03:06.712" v="79" actId="20577"/>
          <ac:spMkLst>
            <pc:docMk/>
            <pc:sldMk cId="873443413" sldId="2147478297"/>
            <ac:spMk id="248" creationId="{CBE88231-1E3A-4C4E-9AD5-FA7658BAADB3}"/>
          </ac:spMkLst>
        </pc:spChg>
        <pc:spChg chg="mod">
          <ac:chgData name="Kimo Meng/WVN/Wistron" userId="a1ca3318-69ae-43ee-a631-1a0e8d74945a" providerId="ADAL" clId="{59B0A801-3EAD-4F56-B323-DB9C7D0881FF}" dt="2026-01-28T10:13:20.107" v="129" actId="20577"/>
          <ac:spMkLst>
            <pc:docMk/>
            <pc:sldMk cId="873443413" sldId="2147478297"/>
            <ac:spMk id="250" creationId="{C7B15F38-10CB-405F-98BB-6ED795F4E0E5}"/>
          </ac:spMkLst>
        </pc:spChg>
        <pc:graphicFrameChg chg="mod">
          <ac:chgData name="Kimo Meng/WVN/Wistron" userId="a1ca3318-69ae-43ee-a631-1a0e8d74945a" providerId="ADAL" clId="{59B0A801-3EAD-4F56-B323-DB9C7D0881FF}" dt="2026-01-28T10:09:29.984" v="114"/>
          <ac:graphicFrameMkLst>
            <pc:docMk/>
            <pc:sldMk cId="873443413" sldId="2147478297"/>
            <ac:graphicFrameMk id="2" creationId="{2AA88FE3-61AB-4748-B5E6-1FD88D820E28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0C594D-9D8D-412A-9D48-4CD1DF150BBD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2E1C41-F954-47D1-AD07-4695F3F00D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00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6F32C-8F1C-E46A-0814-DD4DD613A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EAB78E-18FF-8ADB-D97C-9D14F1AE36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C42314-40D9-C4E0-FB38-FD9BC51EC1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97DA1D-8B79-1256-02C6-59F0BD4D41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ED69D4-DD47-449F-B599-13612730EB0E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15941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ED69D4-DD47-449F-B599-13612730EB0E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38975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61C36-DD16-4951-9BB2-1300DA1546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F8061B-6F79-4378-BB0F-F61407C430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CC1595-26FC-47FB-A886-06A586AAE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AF91-6D4A-4AF4-89BA-EF70AE402328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AB8906-36D3-41FE-BB2F-E48680F8D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3E030D-91F5-4669-B4F9-BFD23CF66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94E7C-DAF9-461A-9B05-120F4F428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724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21153-6342-406D-B91F-77F5FD61A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A4C12-56AB-4FFF-B3CF-B0277938C9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1C277-0C98-4D73-B844-8D4479D26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AF91-6D4A-4AF4-89BA-EF70AE402328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23B031-4A15-43DF-BCCC-682B35136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091D29-232E-4E64-8248-64858F5A0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94E7C-DAF9-461A-9B05-120F4F428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500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E7F07-FF15-42DD-82D5-7E79A9107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B273CC-2218-434F-A92F-B7688E5296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7CE760-EC77-478F-9C6A-7AD9A07FD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AF91-6D4A-4AF4-89BA-EF70AE402328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DE5A07-595A-4304-9D08-5236CDE35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8CB12F-D110-47C4-A253-C40861DE0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94E7C-DAF9-461A-9B05-120F4F428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104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8823A-8698-4718-808D-C715F60E4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E171C-CB4D-4DE2-9353-4BF4532FBD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F061C0-4194-4310-9E14-4B6695EAD4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014940-1161-4B12-A2A3-7D5DFD33F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AF91-6D4A-4AF4-89BA-EF70AE402328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1F0450-7F95-45B4-8900-448635B40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70FE2E-FDC9-4A3A-ADE6-79B7A4C2B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94E7C-DAF9-461A-9B05-120F4F428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667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EF2BB-4EB6-47D0-BC79-B12125D55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B249EC-2CE6-45F7-878F-1A95FF9CF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64A2E3-C9AC-4B3D-B6B1-2452E3082F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1ACF3F-0FAA-460F-B908-24268EDEF5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63E44F-C81C-497E-B39A-B14241CD7E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0FEE53-A3F3-4F3A-9453-8C5FE7AC1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AF91-6D4A-4AF4-89BA-EF70AE402328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54E148-836C-4C7C-A0FE-5176B867A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493ACC-8A6C-447C-9EF5-071F700EC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94E7C-DAF9-461A-9B05-120F4F428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598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963E8-D3ED-4B82-A0E7-6EB5D5FD5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52482C-80A2-41A1-9584-4B00BFDE3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AF91-6D4A-4AF4-89BA-EF70AE402328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B61837-96DF-480D-B2E5-57FF16867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6CB542-EC4C-4357-94D0-692716D57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94E7C-DAF9-461A-9B05-120F4F428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4413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01780A-CE81-4848-905F-13649D1E6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AF91-6D4A-4AF4-89BA-EF70AE402328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F8176C-B0A8-4840-8B9C-2452E5225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17FD6-A3E6-4A8C-88EB-063D9350C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94E7C-DAF9-461A-9B05-120F4F428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128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78A21-2B46-47FE-BAFE-A528D419E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63EFB2-42E1-482F-A49E-766A49FA8D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50C04F-4D5A-4A22-97F3-ACB5FD9C70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E91743-4470-4AB8-8607-A35825B9E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AF91-6D4A-4AF4-89BA-EF70AE402328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909C47-CED6-459B-8BC0-F153932AD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74A36F-8625-4DDD-9081-281C30840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94E7C-DAF9-461A-9B05-120F4F428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909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3D519-855A-484D-8167-3DE210D5C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C4F80C-1442-41F9-89DF-5109B54F59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7E1D04-B81A-40EC-AF4C-B5627E8D91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2B1510-50B1-4C49-A018-91576E3CF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AF91-6D4A-4AF4-89BA-EF70AE402328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28AB0D-E492-449D-B0ED-318D36D86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7BD9E8-F23D-46B2-A981-45EFB5040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94E7C-DAF9-461A-9B05-120F4F428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063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F58F8-E84B-4EB4-9B42-03A6F5390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3ED418-4E37-46B0-8666-CA56F7582D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3C8F5F-C896-475F-91A9-9361AA9AB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AF91-6D4A-4AF4-89BA-EF70AE402328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65420B-FC7F-4E7E-A06E-3D45382B5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B65D99-7666-4CBA-B390-7819667E0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94E7C-DAF9-461A-9B05-120F4F428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80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8A04B7-2B5B-4443-ACDA-B9B9F712C8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00DEB1-DA01-4D0A-A5A8-37896EE435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E4282E-A595-4518-9768-AFDCF6C01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AF91-6D4A-4AF4-89BA-EF70AE402328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DD0674-0363-44BB-874D-138691594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94E082-745F-4B3C-89B9-7601615E4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94E7C-DAF9-461A-9B05-120F4F428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4466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Wistron_Ti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047" y="1103697"/>
            <a:ext cx="11519999" cy="5364576"/>
          </a:xfrm>
          <a:prstGeom prst="rect">
            <a:avLst/>
          </a:prstGeom>
        </p:spPr>
        <p:txBody>
          <a:bodyPr/>
          <a:lstStyle>
            <a:lvl1pPr marL="228594" indent="-228594">
              <a:buFont typeface="Arial" panose="020B0604020202020204" pitchFamily="34" charset="0"/>
              <a:buChar char="•"/>
              <a:defRPr/>
            </a:lvl1pPr>
            <a:lvl5pPr marL="1828754" indent="0">
              <a:buNone/>
              <a:defRPr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altLang="zh-TW" dirty="0"/>
          </a:p>
          <a:p>
            <a:pPr lvl="4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047" y="255449"/>
            <a:ext cx="11520000" cy="649324"/>
          </a:xfrm>
        </p:spPr>
        <p:txBody>
          <a:bodyPr>
            <a:normAutofit/>
          </a:bodyPr>
          <a:lstStyle>
            <a:lvl1pPr>
              <a:defRPr sz="4000" b="1"/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-310435" y="6504632"/>
            <a:ext cx="685477" cy="365125"/>
          </a:xfrm>
        </p:spPr>
        <p:txBody>
          <a:bodyPr/>
          <a:lstStyle/>
          <a:p>
            <a:fld id="{EACF097E-CCF1-4241-87BD-030B3D15E719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0F9348E-7206-859C-74F0-F78517907597}"/>
              </a:ext>
            </a:extLst>
          </p:cNvPr>
          <p:cNvSpPr/>
          <p:nvPr userDrawn="1"/>
        </p:nvSpPr>
        <p:spPr>
          <a:xfrm>
            <a:off x="0" y="0"/>
            <a:ext cx="76800" cy="768000"/>
          </a:xfrm>
          <a:prstGeom prst="rect">
            <a:avLst/>
          </a:prstGeom>
          <a:solidFill>
            <a:srgbClr val="9FCA5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400"/>
          </a:p>
        </p:txBody>
      </p:sp>
    </p:spTree>
    <p:extLst>
      <p:ext uri="{BB962C8B-B14F-4D97-AF65-F5344CB8AC3E}">
        <p14:creationId xmlns:p14="http://schemas.microsoft.com/office/powerpoint/2010/main" val="1914631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36DDEA-15CD-41C5-8E95-3EEF4CD8B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0AE419-7DB4-4384-98A6-816E61AB06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AC3E22-221A-4322-A409-B004BFA92D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BBAF91-6D4A-4AF4-89BA-EF70AE402328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79B31C-8300-4223-BE6B-E14665BD64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1B791A-6A18-451A-9D9C-8DFFA56A49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694E7C-DAF9-461A-9B05-120F4F428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82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135C6-D9B2-49B1-E01C-F5A60B997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Rectangle 173">
            <a:extLst>
              <a:ext uri="{FF2B5EF4-FFF2-40B4-BE49-F238E27FC236}">
                <a16:creationId xmlns:a16="http://schemas.microsoft.com/office/drawing/2014/main" id="{40453586-8D1B-0D63-761A-B4722EB388EA}"/>
              </a:ext>
            </a:extLst>
          </p:cNvPr>
          <p:cNvSpPr/>
          <p:nvPr/>
        </p:nvSpPr>
        <p:spPr>
          <a:xfrm>
            <a:off x="263958" y="2776206"/>
            <a:ext cx="2952000" cy="16885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49D9F167-C4A3-79A3-FA32-C9D40CE47669}"/>
              </a:ext>
            </a:extLst>
          </p:cNvPr>
          <p:cNvSpPr/>
          <p:nvPr/>
        </p:nvSpPr>
        <p:spPr>
          <a:xfrm>
            <a:off x="9242165" y="1597571"/>
            <a:ext cx="2916883" cy="11375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A8257664-34E5-F126-B954-5FB487138CEA}"/>
              </a:ext>
            </a:extLst>
          </p:cNvPr>
          <p:cNvSpPr/>
          <p:nvPr/>
        </p:nvSpPr>
        <p:spPr>
          <a:xfrm>
            <a:off x="6228011" y="1597571"/>
            <a:ext cx="2952000" cy="11375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70FE7F74-BCA6-4696-E972-7ECBCD724654}"/>
              </a:ext>
            </a:extLst>
          </p:cNvPr>
          <p:cNvSpPr/>
          <p:nvPr/>
        </p:nvSpPr>
        <p:spPr>
          <a:xfrm>
            <a:off x="3241404" y="1597571"/>
            <a:ext cx="2952000" cy="1154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29384B59-B31B-AD6B-E93D-AD98B3D9672F}"/>
              </a:ext>
            </a:extLst>
          </p:cNvPr>
          <p:cNvSpPr/>
          <p:nvPr/>
        </p:nvSpPr>
        <p:spPr>
          <a:xfrm>
            <a:off x="263958" y="1597571"/>
            <a:ext cx="2952000" cy="1154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矩形 4">
            <a:extLst>
              <a:ext uri="{FF2B5EF4-FFF2-40B4-BE49-F238E27FC236}">
                <a16:creationId xmlns:a16="http://schemas.microsoft.com/office/drawing/2014/main" id="{23071DBA-4DA0-6E7B-5A4B-618C085052B8}"/>
              </a:ext>
            </a:extLst>
          </p:cNvPr>
          <p:cNvSpPr/>
          <p:nvPr/>
        </p:nvSpPr>
        <p:spPr>
          <a:xfrm>
            <a:off x="0" y="2776205"/>
            <a:ext cx="211364" cy="1669593"/>
          </a:xfrm>
          <a:prstGeom prst="rect">
            <a:avLst/>
          </a:prstGeom>
          <a:solidFill>
            <a:srgbClr val="006C93"/>
          </a:solidFill>
          <a:ln>
            <a:solidFill>
              <a:srgbClr val="006C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8580" tIns="34290" rIns="68580" bIns="3429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alibri"/>
              </a:rPr>
              <a:t>失效模式</a:t>
            </a:r>
            <a:endParaRPr lang="en-US" altLang="zh-CN" sz="12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</a:endParaRPr>
          </a:p>
        </p:txBody>
      </p:sp>
      <p:sp>
        <p:nvSpPr>
          <p:cNvPr id="155" name="矩形 4">
            <a:extLst>
              <a:ext uri="{FF2B5EF4-FFF2-40B4-BE49-F238E27FC236}">
                <a16:creationId xmlns:a16="http://schemas.microsoft.com/office/drawing/2014/main" id="{6DCC30B3-A592-CEB5-04E5-A27DD040901F}"/>
              </a:ext>
            </a:extLst>
          </p:cNvPr>
          <p:cNvSpPr/>
          <p:nvPr/>
        </p:nvSpPr>
        <p:spPr>
          <a:xfrm>
            <a:off x="0" y="4520791"/>
            <a:ext cx="211364" cy="2291214"/>
          </a:xfrm>
          <a:prstGeom prst="rect">
            <a:avLst/>
          </a:prstGeom>
          <a:solidFill>
            <a:srgbClr val="006C93"/>
          </a:solidFill>
          <a:ln>
            <a:solidFill>
              <a:srgbClr val="006C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8580" tIns="34290" rIns="68580" bIns="3429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2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Calibri"/>
              </a:rPr>
              <a:t>改善策略</a:t>
            </a:r>
            <a:endParaRPr lang="en-US" altLang="zh-CN" sz="1200" b="1" dirty="0"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</a:endParaRPr>
          </a:p>
        </p:txBody>
      </p:sp>
      <p:sp>
        <p:nvSpPr>
          <p:cNvPr id="160" name="矩形 4">
            <a:extLst>
              <a:ext uri="{FF2B5EF4-FFF2-40B4-BE49-F238E27FC236}">
                <a16:creationId xmlns:a16="http://schemas.microsoft.com/office/drawing/2014/main" id="{07B556D8-88A8-DF84-814A-70E4FA225243}"/>
              </a:ext>
            </a:extLst>
          </p:cNvPr>
          <p:cNvSpPr/>
          <p:nvPr/>
        </p:nvSpPr>
        <p:spPr>
          <a:xfrm>
            <a:off x="-1" y="1601018"/>
            <a:ext cx="216001" cy="1137501"/>
          </a:xfrm>
          <a:prstGeom prst="rect">
            <a:avLst/>
          </a:prstGeom>
          <a:solidFill>
            <a:srgbClr val="006C93"/>
          </a:solidFill>
          <a:ln>
            <a:solidFill>
              <a:srgbClr val="006C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8580" tIns="34290" rIns="68580" bIns="3429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2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Calibri"/>
              </a:rPr>
              <a:t>现象</a:t>
            </a:r>
            <a:endParaRPr lang="en-US" altLang="zh-CN" sz="1200" b="1" dirty="0">
              <a:latin typeface="Microsoft YaHei" panose="020B0503020204020204" pitchFamily="34" charset="-122"/>
              <a:ea typeface="Microsoft YaHei" panose="020B0503020204020204" pitchFamily="34" charset="-122"/>
              <a:cs typeface="Calibri"/>
            </a:endParaRP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B6EFD3FF-52C6-ABA8-C382-52AC28119889}"/>
              </a:ext>
            </a:extLst>
          </p:cNvPr>
          <p:cNvSpPr/>
          <p:nvPr/>
        </p:nvSpPr>
        <p:spPr>
          <a:xfrm>
            <a:off x="257265" y="4520791"/>
            <a:ext cx="2952000" cy="22912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5DEFCFAA-7A84-6A39-DE2E-765FFFC1BBDF}"/>
              </a:ext>
            </a:extLst>
          </p:cNvPr>
          <p:cNvSpPr/>
          <p:nvPr/>
        </p:nvSpPr>
        <p:spPr>
          <a:xfrm>
            <a:off x="3241404" y="2776206"/>
            <a:ext cx="2979914" cy="16695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0E022D51-0FF8-2467-206E-80B7DB885EDB}"/>
              </a:ext>
            </a:extLst>
          </p:cNvPr>
          <p:cNvSpPr/>
          <p:nvPr/>
        </p:nvSpPr>
        <p:spPr>
          <a:xfrm>
            <a:off x="3234711" y="4520791"/>
            <a:ext cx="2952000" cy="22912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A7B016FB-4AB3-1B77-0501-041837CA0E9C}"/>
              </a:ext>
            </a:extLst>
          </p:cNvPr>
          <p:cNvSpPr/>
          <p:nvPr/>
        </p:nvSpPr>
        <p:spPr>
          <a:xfrm>
            <a:off x="6228011" y="2776206"/>
            <a:ext cx="2952000" cy="16695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41B6582A-89D1-57D8-34FA-6ACC8EDBE766}"/>
              </a:ext>
            </a:extLst>
          </p:cNvPr>
          <p:cNvSpPr/>
          <p:nvPr/>
        </p:nvSpPr>
        <p:spPr>
          <a:xfrm>
            <a:off x="6221318" y="4520790"/>
            <a:ext cx="2952000" cy="22912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57504193-957A-DA47-D756-A62DA7DC3CE7}"/>
              </a:ext>
            </a:extLst>
          </p:cNvPr>
          <p:cNvSpPr/>
          <p:nvPr/>
        </p:nvSpPr>
        <p:spPr>
          <a:xfrm>
            <a:off x="9242165" y="2768586"/>
            <a:ext cx="2916883" cy="16695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CE3B25D8-649C-27B5-F19F-8C13A70852DF}"/>
              </a:ext>
            </a:extLst>
          </p:cNvPr>
          <p:cNvSpPr/>
          <p:nvPr/>
        </p:nvSpPr>
        <p:spPr>
          <a:xfrm>
            <a:off x="9210058" y="4520790"/>
            <a:ext cx="2952000" cy="22912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571BE0A6-F525-E715-682E-AC69211D7733}"/>
              </a:ext>
            </a:extLst>
          </p:cNvPr>
          <p:cNvSpPr txBox="1"/>
          <p:nvPr/>
        </p:nvSpPr>
        <p:spPr>
          <a:xfrm>
            <a:off x="165811" y="530346"/>
            <a:ext cx="11993237" cy="7013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q"/>
            </a:pPr>
            <a:r>
              <a:rPr lang="vi-VN" sz="1600">
                <a:solidFill>
                  <a:srgbClr val="006C9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TEMP</a:t>
            </a: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q"/>
            </a:pPr>
            <a:r>
              <a:rPr lang="vi-VN" sz="1600">
                <a:solidFill>
                  <a:srgbClr val="006C9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TEMP</a:t>
            </a:r>
            <a:endParaRPr lang="en-US" sz="1600" dirty="0">
              <a:solidFill>
                <a:srgbClr val="006C9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8D1A5EF-D3CB-36F2-64B8-0704BFE4169B}"/>
              </a:ext>
            </a:extLst>
          </p:cNvPr>
          <p:cNvSpPr/>
          <p:nvPr/>
        </p:nvSpPr>
        <p:spPr>
          <a:xfrm>
            <a:off x="263958" y="1299313"/>
            <a:ext cx="2952000" cy="296333"/>
          </a:xfrm>
          <a:prstGeom prst="rect">
            <a:avLst/>
          </a:prstGeom>
          <a:solidFill>
            <a:srgbClr val="006C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人</a:t>
            </a:r>
            <a:endParaRPr lang="en-US" sz="1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028E5AC-7C98-E8C2-F95E-20E329BB4919}"/>
              </a:ext>
            </a:extLst>
          </p:cNvPr>
          <p:cNvSpPr/>
          <p:nvPr/>
        </p:nvSpPr>
        <p:spPr>
          <a:xfrm>
            <a:off x="3241404" y="1299313"/>
            <a:ext cx="2952000" cy="296333"/>
          </a:xfrm>
          <a:prstGeom prst="rect">
            <a:avLst/>
          </a:prstGeom>
          <a:solidFill>
            <a:srgbClr val="006C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机</a:t>
            </a:r>
            <a:endParaRPr lang="en-US" sz="1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5136B15-A18F-FA1E-EEBC-97264E211A18}"/>
              </a:ext>
            </a:extLst>
          </p:cNvPr>
          <p:cNvSpPr/>
          <p:nvPr/>
        </p:nvSpPr>
        <p:spPr>
          <a:xfrm>
            <a:off x="6228011" y="1299313"/>
            <a:ext cx="2952000" cy="296333"/>
          </a:xfrm>
          <a:prstGeom prst="rect">
            <a:avLst/>
          </a:prstGeom>
          <a:solidFill>
            <a:srgbClr val="006C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法</a:t>
            </a:r>
            <a:endParaRPr lang="en-US" sz="1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DDBBBFC-B545-1960-B252-899AE21D6270}"/>
              </a:ext>
            </a:extLst>
          </p:cNvPr>
          <p:cNvSpPr/>
          <p:nvPr/>
        </p:nvSpPr>
        <p:spPr>
          <a:xfrm>
            <a:off x="9242165" y="1299313"/>
            <a:ext cx="2916883" cy="296333"/>
          </a:xfrm>
          <a:prstGeom prst="rect">
            <a:avLst/>
          </a:prstGeom>
          <a:solidFill>
            <a:srgbClr val="006C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环</a:t>
            </a:r>
            <a:endParaRPr lang="en-US" sz="1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6" name="標題 1">
            <a:extLst>
              <a:ext uri="{FF2B5EF4-FFF2-40B4-BE49-F238E27FC236}">
                <a16:creationId xmlns:a16="http://schemas.microsoft.com/office/drawing/2014/main" id="{CF9C3746-D33C-459A-086C-A601BCC475B0}"/>
              </a:ext>
            </a:extLst>
          </p:cNvPr>
          <p:cNvSpPr txBox="1">
            <a:spLocks/>
          </p:cNvSpPr>
          <p:nvPr/>
        </p:nvSpPr>
        <p:spPr>
          <a:xfrm>
            <a:off x="66955" y="45993"/>
            <a:ext cx="11729712" cy="4924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altLang="zh-CN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LED</a:t>
            </a:r>
            <a:r>
              <a:rPr lang="en-US" altLang="zh-CN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失效模式分析 </a:t>
            </a:r>
            <a:r>
              <a:rPr lang="en-US" altLang="zh-CN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&amp; </a:t>
            </a:r>
            <a:r>
              <a:rPr lang="zh-CN" altLang="en-US" sz="2400">
                <a:latin typeface="Microsoft YaHei" panose="020B0503020204020204" pitchFamily="34" charset="-122"/>
                <a:ea typeface="Microsoft YaHei" panose="020B0503020204020204" pitchFamily="34" charset="-122"/>
              </a:rPr>
              <a:t>改善对策</a:t>
            </a:r>
            <a:endParaRPr lang="zh-TW" altLang="en-US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32156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標題 1">
            <a:extLst>
              <a:ext uri="{FF2B5EF4-FFF2-40B4-BE49-F238E27FC236}">
                <a16:creationId xmlns:a16="http://schemas.microsoft.com/office/drawing/2014/main" id="{40E4D26A-E434-4AFF-AE1C-137FBCFFBD7A}"/>
              </a:ext>
            </a:extLst>
          </p:cNvPr>
          <p:cNvSpPr txBox="1">
            <a:spLocks/>
          </p:cNvSpPr>
          <p:nvPr/>
        </p:nvSpPr>
        <p:spPr>
          <a:xfrm>
            <a:off x="66955" y="45993"/>
            <a:ext cx="11729712" cy="4924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altLang="zh-CN" sz="2800">
                <a:latin typeface="Microsoft YaHei" panose="020B0503020204020204" pitchFamily="34" charset="-122"/>
                <a:ea typeface="Microsoft YaHei" panose="020B0503020204020204" pitchFamily="34" charset="-122"/>
              </a:rPr>
              <a:t>LED</a:t>
            </a:r>
            <a:r>
              <a:rPr lang="en-US" altLang="zh-CN" sz="2800">
                <a:latin typeface="Microsoft YaHei" panose="020B0503020204020204" pitchFamily="34" charset="-122"/>
                <a:ea typeface="Microsoft YaHei" panose="020B0503020204020204" pitchFamily="34" charset="-122"/>
              </a:rPr>
              <a:t> Testing Program Flowchart</a:t>
            </a:r>
            <a:endParaRPr lang="zh-TW" altLang="en-US" sz="2800" dirty="0">
              <a:solidFill>
                <a:srgbClr val="00B0F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C8D2D27E-FFAE-BC38-1939-41C37FA487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1851" y="1230086"/>
            <a:ext cx="6152841" cy="5437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9A89E53-AEB7-C377-F6EC-7DD65350BD75}"/>
              </a:ext>
            </a:extLst>
          </p:cNvPr>
          <p:cNvSpPr txBox="1"/>
          <p:nvPr/>
        </p:nvSpPr>
        <p:spPr>
          <a:xfrm>
            <a:off x="388026" y="768787"/>
            <a:ext cx="4038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2">
                    <a:lumMod val="75000"/>
                  </a:schemeClr>
                </a:solidFill>
              </a:rPr>
              <a:t>The LED testing procedure includes two phases: LED 1 and LED 2.</a:t>
            </a:r>
            <a:endParaRPr lang="en-US" sz="240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1932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2748</TotalTime>
  <Words>40</Words>
  <Application>Microsoft Office PowerPoint</Application>
  <PresentationFormat>Widescreen</PresentationFormat>
  <Paragraphs>14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Microsoft YaHei</vt:lpstr>
      <vt:lpstr>Aptos</vt:lpstr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D14 Olinda High X-Build cannot control HDMI mode</dc:title>
  <dc:creator>Ringo Yang/WVN/Wistron</dc:creator>
  <cp:lastModifiedBy>Duong Luong/WVN/Wistron</cp:lastModifiedBy>
  <cp:revision>337</cp:revision>
  <dcterms:created xsi:type="dcterms:W3CDTF">2025-01-03T18:50:28Z</dcterms:created>
  <dcterms:modified xsi:type="dcterms:W3CDTF">2026-03-03T02:12:08Z</dcterms:modified>
</cp:coreProperties>
</file>