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7" r:id="rId4"/>
  </p:sldMasterIdLst>
  <p:notesMasterIdLst>
    <p:notesMasterId r:id="rId11"/>
  </p:notesMasterIdLst>
  <p:handoutMasterIdLst>
    <p:handoutMasterId r:id="rId12"/>
  </p:handoutMasterIdLst>
  <p:sldIdLst>
    <p:sldId id="269" r:id="rId5"/>
    <p:sldId id="290" r:id="rId6"/>
    <p:sldId id="291" r:id="rId7"/>
    <p:sldId id="293" r:id="rId8"/>
    <p:sldId id="292" r:id="rId9"/>
    <p:sldId id="285" r:id="rId10"/>
  </p:sldIdLst>
  <p:sldSz cx="9144000" cy="5143500" type="screen16x9"/>
  <p:notesSz cx="7099300" cy="10234613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yrone Liao/WCD/Wistron" initials="TL" lastIdx="1" clrIdx="0">
    <p:extLst>
      <p:ext uri="{19B8F6BF-5375-455C-9EA6-DF929625EA0E}">
        <p15:presenceInfo xmlns:p15="http://schemas.microsoft.com/office/powerpoint/2012/main" userId="Tyrone Liao/WCD/Wistr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24D67"/>
    <a:srgbClr val="00667F"/>
    <a:srgbClr val="F0F0F0"/>
    <a:srgbClr val="329777"/>
    <a:srgbClr val="65CA83"/>
    <a:srgbClr val="3C8C93"/>
    <a:srgbClr val="1D1DFF"/>
    <a:srgbClr val="0000FF"/>
    <a:srgbClr val="56B865"/>
    <a:srgbClr val="2658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5226" autoAdjust="0"/>
  </p:normalViewPr>
  <p:slideViewPr>
    <p:cSldViewPr>
      <p:cViewPr varScale="1">
        <p:scale>
          <a:sx n="78" d="100"/>
          <a:sy n="78" d="100"/>
        </p:scale>
        <p:origin x="904" y="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3274" y="72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fld id="{AF85DFC1-A479-4D08-9122-DC0D7286DBC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529680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fld id="{C064BA9D-2804-4B04-94BC-96EB6646983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854191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 title slide 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70490" y="425669"/>
            <a:ext cx="7200000" cy="1960264"/>
          </a:xfrm>
        </p:spPr>
        <p:txBody>
          <a:bodyPr lIns="0" tIns="0" rIns="0" bIns="0" anchor="b">
            <a:normAutofit/>
          </a:bodyPr>
          <a:lstStyle>
            <a:lvl1pPr algn="l" rtl="0">
              <a:lnSpc>
                <a:spcPct val="100000"/>
              </a:lnSpc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zh-TW" altLang="en-US" dirty="0"/>
              <a:t>按一下以編輯母片標題樣式</a:t>
            </a:r>
            <a:br>
              <a:rPr lang="en-US" altLang="zh-TW" dirty="0"/>
            </a:br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9F332F9-A603-A418-4F1D-BE8820B8507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22033" y="2688144"/>
            <a:ext cx="4276133" cy="103270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14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altLang="zh-TW" dirty="0"/>
              <a:t>Presenter’s Name </a:t>
            </a:r>
          </a:p>
          <a:p>
            <a:pPr lvl="0"/>
            <a:r>
              <a:rPr lang="en-US" altLang="zh-TW" dirty="0"/>
              <a:t>Presenter’s Dept.</a:t>
            </a:r>
          </a:p>
          <a:p>
            <a:pPr lvl="0"/>
            <a:r>
              <a:rPr lang="en-US" altLang="zh-TW" dirty="0" err="1"/>
              <a:t>yyyy</a:t>
            </a:r>
            <a:r>
              <a:rPr lang="en-US" altLang="zh-TW" dirty="0"/>
              <a:t>/mm/dd</a:t>
            </a:r>
          </a:p>
          <a:p>
            <a:pPr lvl="0"/>
            <a:endParaRPr lang="en-US" altLang="zh-TW" dirty="0"/>
          </a:p>
        </p:txBody>
      </p:sp>
      <p:pic>
        <p:nvPicPr>
          <p:cNvPr id="5" name="圖片 4" descr="一張含有 字型, 圖形, 文字, 平面設計 的圖片&#10;&#10;自動產生的描述">
            <a:extLst>
              <a:ext uri="{FF2B5EF4-FFF2-40B4-BE49-F238E27FC236}">
                <a16:creationId xmlns:a16="http://schemas.microsoft.com/office/drawing/2014/main" id="{BE5A06D7-9E47-DB88-5FA9-23A9929D28B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4980" y="4480145"/>
            <a:ext cx="1778329" cy="76946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E380CBB-C9E3-E3C2-EFDE-60E68C44D538}"/>
              </a:ext>
            </a:extLst>
          </p:cNvPr>
          <p:cNvSpPr/>
          <p:nvPr userDrawn="1"/>
        </p:nvSpPr>
        <p:spPr>
          <a:xfrm>
            <a:off x="404218" y="2724969"/>
            <a:ext cx="36000" cy="482575"/>
          </a:xfrm>
          <a:prstGeom prst="rect">
            <a:avLst/>
          </a:prstGeom>
          <a:solidFill>
            <a:srgbClr val="A3CC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3781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_White_Section_header">
    <p:bg>
      <p:bgPr>
        <a:solidFill>
          <a:srgbClr val="006C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928" y="6584"/>
            <a:ext cx="7200000" cy="1960263"/>
          </a:xfrm>
        </p:spPr>
        <p:txBody>
          <a:bodyPr vert="horz" lIns="0" tIns="0" rIns="0" bIns="0" rtlCol="0" anchor="b">
            <a:normAutofit/>
          </a:bodyPr>
          <a:lstStyle>
            <a:lvl1pPr>
              <a:defRPr lang="en-US" sz="280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zh-TW" altLang="en-US" dirty="0"/>
              <a:t>按一下以編輯母片標題樣式</a:t>
            </a:r>
            <a:endParaRPr lang="en-US" dirty="0"/>
          </a:p>
        </p:txBody>
      </p:sp>
      <p:pic>
        <p:nvPicPr>
          <p:cNvPr id="4" name="圖片 3" descr="一張含有 字型, 圖形, 文字, 平面設計 的圖片&#10;&#10;自動產生的描述">
            <a:extLst>
              <a:ext uri="{FF2B5EF4-FFF2-40B4-BE49-F238E27FC236}">
                <a16:creationId xmlns:a16="http://schemas.microsoft.com/office/drawing/2014/main" id="{E13D9758-F35A-B624-C859-4FE06BC91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2784" y="4576146"/>
            <a:ext cx="1311215" cy="567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903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stron_Ti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285" y="827773"/>
            <a:ext cx="8639999" cy="4023432"/>
          </a:xfrm>
          <a:prstGeom prst="rect">
            <a:avLst/>
          </a:prstGeo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/>
            </a:lvl1pPr>
            <a:lvl5pPr marL="1371600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altLang="zh-TW" dirty="0"/>
          </a:p>
          <a:p>
            <a:pPr lvl="4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285" y="191586"/>
            <a:ext cx="8640000" cy="486993"/>
          </a:xfrm>
        </p:spPr>
        <p:txBody>
          <a:bodyPr>
            <a:normAutofit/>
          </a:bodyPr>
          <a:lstStyle>
            <a:lvl1pPr>
              <a:defRPr sz="3000" b="1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232826" y="4878474"/>
            <a:ext cx="514108" cy="273844"/>
          </a:xfrm>
        </p:spPr>
        <p:txBody>
          <a:bodyPr/>
          <a:lstStyle/>
          <a:p>
            <a:fld id="{EACF097E-CCF1-4241-87BD-030B3D15E71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F9348E-7206-859C-74F0-F78517907597}"/>
              </a:ext>
            </a:extLst>
          </p:cNvPr>
          <p:cNvSpPr/>
          <p:nvPr userDrawn="1"/>
        </p:nvSpPr>
        <p:spPr>
          <a:xfrm>
            <a:off x="0" y="0"/>
            <a:ext cx="57600" cy="576000"/>
          </a:xfrm>
          <a:prstGeom prst="rect">
            <a:avLst/>
          </a:prstGeom>
          <a:solidFill>
            <a:srgbClr val="9FCA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8539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285" y="191586"/>
            <a:ext cx="8640000" cy="486993"/>
          </a:xfrm>
        </p:spPr>
        <p:txBody>
          <a:bodyPr>
            <a:normAutofit/>
          </a:bodyPr>
          <a:lstStyle>
            <a:lvl1pPr>
              <a:defRPr sz="3000" b="1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232826" y="4878474"/>
            <a:ext cx="514108" cy="273844"/>
          </a:xfrm>
        </p:spPr>
        <p:txBody>
          <a:bodyPr/>
          <a:lstStyle/>
          <a:p>
            <a:fld id="{EACF097E-CCF1-4241-87BD-030B3D15E71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F9348E-7206-859C-74F0-F78517907597}"/>
              </a:ext>
            </a:extLst>
          </p:cNvPr>
          <p:cNvSpPr/>
          <p:nvPr userDrawn="1"/>
        </p:nvSpPr>
        <p:spPr>
          <a:xfrm>
            <a:off x="0" y="0"/>
            <a:ext cx="57600" cy="576000"/>
          </a:xfrm>
          <a:prstGeom prst="rect">
            <a:avLst/>
          </a:prstGeom>
          <a:solidFill>
            <a:srgbClr val="9FCA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6586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F097E-CCF1-4241-87BD-030B3D15E71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9359E75-9596-4784-B8E5-06F828D80529}"/>
              </a:ext>
            </a:extLst>
          </p:cNvPr>
          <p:cNvSpPr/>
          <p:nvPr userDrawn="1"/>
        </p:nvSpPr>
        <p:spPr>
          <a:xfrm>
            <a:off x="0" y="0"/>
            <a:ext cx="173255" cy="5101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5423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e_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928" y="4761"/>
            <a:ext cx="7200000" cy="1960263"/>
          </a:xfrm>
        </p:spPr>
        <p:txBody>
          <a:bodyPr vert="horz" lIns="0" tIns="0" rIns="0" bIns="0" rtlCol="0" anchor="b">
            <a:normAutofit/>
          </a:bodyPr>
          <a:lstStyle>
            <a:lvl1pPr>
              <a:defRPr lang="en-US" sz="280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zh-TW" altLang="en-US" dirty="0"/>
              <a:t>按一下以編輯母片標題樣式</a:t>
            </a:r>
            <a:endParaRPr lang="en-US" dirty="0"/>
          </a:p>
        </p:txBody>
      </p:sp>
      <p:pic>
        <p:nvPicPr>
          <p:cNvPr id="3" name="圖片 2" descr="一張含有 字型, 圖形, 文字, 平面設計 的圖片&#10;&#10;自動產生的描述">
            <a:extLst>
              <a:ext uri="{FF2B5EF4-FFF2-40B4-BE49-F238E27FC236}">
                <a16:creationId xmlns:a16="http://schemas.microsoft.com/office/drawing/2014/main" id="{A29B1802-2694-3DED-D132-3B6EF74343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1346" y="4475747"/>
            <a:ext cx="1743460" cy="75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508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e_page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928" y="4761"/>
            <a:ext cx="7200000" cy="1960263"/>
          </a:xfrm>
        </p:spPr>
        <p:txBody>
          <a:bodyPr vert="horz" lIns="0" tIns="0" rIns="0" bIns="0" rtlCol="0" anchor="b">
            <a:normAutofit/>
          </a:bodyPr>
          <a:lstStyle>
            <a:lvl1pPr>
              <a:defRPr lang="en-US" sz="280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zh-TW" altLang="en-US" dirty="0"/>
              <a:t>按一下以編輯母片標題樣式</a:t>
            </a:r>
            <a:endParaRPr lang="en-US" dirty="0"/>
          </a:p>
        </p:txBody>
      </p:sp>
      <p:pic>
        <p:nvPicPr>
          <p:cNvPr id="3" name="圖片 2" descr="一張含有 字型, 圖形, 文字, 平面設計 的圖片&#10;&#10;自動產生的描述">
            <a:extLst>
              <a:ext uri="{FF2B5EF4-FFF2-40B4-BE49-F238E27FC236}">
                <a16:creationId xmlns:a16="http://schemas.microsoft.com/office/drawing/2014/main" id="{A29B1802-2694-3DED-D132-3B6EF74343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1346" y="4475747"/>
            <a:ext cx="1743460" cy="75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842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27228A8-04AD-9D1E-3CC6-18257DDBC3ED}"/>
              </a:ext>
            </a:extLst>
          </p:cNvPr>
          <p:cNvSpPr/>
          <p:nvPr userDrawn="1"/>
        </p:nvSpPr>
        <p:spPr>
          <a:xfrm>
            <a:off x="0" y="0"/>
            <a:ext cx="57600" cy="432000"/>
          </a:xfrm>
          <a:prstGeom prst="rect">
            <a:avLst/>
          </a:prstGeom>
          <a:solidFill>
            <a:srgbClr val="9FCA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4536B603-0E7E-A823-3FA4-C1932C849D97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/>
          <a:stretch/>
        </p:blipFill>
        <p:spPr>
          <a:xfrm>
            <a:off x="0" y="4905756"/>
            <a:ext cx="9144000" cy="23774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285" y="85708"/>
            <a:ext cx="8640000" cy="48699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-232826" y="4878474"/>
            <a:ext cx="51410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EACF097E-CCF1-4241-87BD-030B3D15E719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B1436069-A2B2-D84E-7D35-D879AA8BD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1285" y="718956"/>
            <a:ext cx="8639999" cy="41322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41892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B04646E4-D019-3866-A915-70C360CAE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FUNTION – DUONG LUONG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14919700"/>
      </p:ext>
    </p:extLst>
  </p:cSld>
  <p:clrMapOvr>
    <a:masterClrMapping/>
  </p:clrMapOvr>
  <p:transition spd="slow">
    <p:comb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D2CB88-176E-3D41-98A4-E10C44F2B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721" y="2000250"/>
            <a:ext cx="7060558" cy="114300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000" b="1"/>
              <a:t>Purpose + Files and file locations that need updating</a:t>
            </a:r>
          </a:p>
          <a:p>
            <a:pPr marL="457200" indent="-457200">
              <a:buAutoNum type="arabicPeriod"/>
            </a:pPr>
            <a:r>
              <a:rPr lang="vi-VN" sz="2000" b="1"/>
              <a:t>Algorithm </a:t>
            </a:r>
            <a:r>
              <a:rPr lang="en-US" sz="2000" b="1"/>
              <a:t>F</a:t>
            </a:r>
            <a:r>
              <a:rPr lang="vi-VN" sz="2000" b="1"/>
              <a:t>lowchart</a:t>
            </a:r>
            <a:endParaRPr lang="en-US" sz="2000" b="1"/>
          </a:p>
          <a:p>
            <a:pPr marL="457200" indent="-457200">
              <a:buAutoNum type="arabicPeriod"/>
            </a:pPr>
            <a:r>
              <a:rPr lang="vi-VN" sz="2000" b="1"/>
              <a:t>P</a:t>
            </a:r>
            <a:r>
              <a:rPr lang="en-US" sz="2000" b="1"/>
              <a:t>rogress, Due Date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5476BA-2252-C782-22ED-DE7DE79A7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57150"/>
            <a:ext cx="8640000" cy="486993"/>
          </a:xfrm>
        </p:spPr>
        <p:txBody>
          <a:bodyPr/>
          <a:lstStyle/>
          <a:p>
            <a:r>
              <a:rPr lang="vi-VN"/>
              <a:t>M</a:t>
            </a:r>
            <a:r>
              <a:rPr lang="en-US"/>
              <a:t>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697F5-E763-F631-8658-4FE70BD17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F097E-CCF1-4241-87BD-030B3D15E719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3946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26BF2B-2871-41E9-95B8-25E16A383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9936"/>
            <a:ext cx="8640000" cy="486993"/>
          </a:xfrm>
        </p:spPr>
        <p:txBody>
          <a:bodyPr>
            <a:noAutofit/>
          </a:bodyPr>
          <a:lstStyle/>
          <a:p>
            <a:r>
              <a:rPr lang="en-US" sz="2400"/>
              <a:t>1. Purpose + Files and file locations that need updating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7102BC-1871-AF1D-5D1B-9500692BF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F097E-CCF1-4241-87BD-030B3D15E719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CE6235-B093-676C-1A95-6D3A2FF2F1E5}"/>
              </a:ext>
            </a:extLst>
          </p:cNvPr>
          <p:cNvSpPr txBox="1"/>
          <p:nvPr/>
        </p:nvSpPr>
        <p:spPr>
          <a:xfrm>
            <a:off x="381000" y="1140589"/>
            <a:ext cx="8315097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/>
              <a:t>Purpose</a:t>
            </a:r>
            <a:r>
              <a:rPr lang="vi-VN"/>
              <a:t>: </a:t>
            </a:r>
            <a:r>
              <a:rPr lang="en-US"/>
              <a:t>Record device Error or Unknown</a:t>
            </a:r>
            <a:r>
              <a:rPr lang="vi-VN"/>
              <a:t> ( start LED test goto end IO test ) &amp; </a:t>
            </a:r>
          </a:p>
          <a:p>
            <a:r>
              <a:rPr lang="vi-VN"/>
              <a:t>Upload log server WDL.</a:t>
            </a:r>
          </a:p>
          <a:p>
            <a:endParaRPr lang="vi-VN"/>
          </a:p>
          <a:p>
            <a:r>
              <a:rPr lang="vi-VN" b="1"/>
              <a:t>Files</a:t>
            </a:r>
            <a:r>
              <a:rPr lang="vi-VN"/>
              <a:t>:</a:t>
            </a:r>
          </a:p>
          <a:p>
            <a:r>
              <a:rPr lang="vi-VN"/>
              <a:t> - YB_Check.bat </a:t>
            </a:r>
          </a:p>
          <a:p>
            <a:r>
              <a:rPr lang="vi-VN"/>
              <a:t> - UpNgLog.bat</a:t>
            </a:r>
          </a:p>
          <a:p>
            <a:r>
              <a:rPr lang="vi-VN"/>
              <a:t> - CheckError.py</a:t>
            </a:r>
            <a:endParaRPr lang="en-US"/>
          </a:p>
          <a:p>
            <a:r>
              <a:rPr lang="en-US"/>
              <a:t> - YB_Detect_Before_IO.bat</a:t>
            </a:r>
          </a:p>
          <a:p>
            <a:r>
              <a:rPr lang="en-US"/>
              <a:t> - YB_Detect_After_IO.bat</a:t>
            </a:r>
            <a:endParaRPr lang="vi-VN"/>
          </a:p>
          <a:p>
            <a:r>
              <a:rPr lang="vi-VN"/>
              <a:t> - SAFETIME.EXE</a:t>
            </a:r>
          </a:p>
          <a:p>
            <a:endParaRPr lang="vi-VN"/>
          </a:p>
          <a:p>
            <a:r>
              <a:rPr lang="vi-VN" b="1"/>
              <a:t>Location</a:t>
            </a:r>
            <a:r>
              <a:rPr lang="vi-VN"/>
              <a:t>: .\WLANCOPY\BURNIN\CheckYB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452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6155C-3FC9-E37D-E90C-AD8A73ED3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DBEA22-D9C0-43B1-F2BD-15CC23B28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9936"/>
            <a:ext cx="8640000" cy="486993"/>
          </a:xfrm>
        </p:spPr>
        <p:txBody>
          <a:bodyPr>
            <a:normAutofit/>
          </a:bodyPr>
          <a:lstStyle/>
          <a:p>
            <a:r>
              <a:rPr lang="vi-VN" sz="2400"/>
              <a:t>2. Algorithm Flowchart</a:t>
            </a:r>
            <a:endParaRPr lang="en-US"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84918E-1772-E323-C639-B15E4C60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F097E-CCF1-4241-87BD-030B3D15E719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6531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0B6D0-EEA1-F632-982C-92918B2B4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6F1A7A-C679-7A6D-824F-00D58AB2A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9936"/>
            <a:ext cx="8640000" cy="486993"/>
          </a:xfrm>
        </p:spPr>
        <p:txBody>
          <a:bodyPr>
            <a:normAutofit/>
          </a:bodyPr>
          <a:lstStyle/>
          <a:p>
            <a:r>
              <a:rPr lang="en-US"/>
              <a:t>3.</a:t>
            </a:r>
            <a:r>
              <a:rPr lang="vi-VN"/>
              <a:t>P</a:t>
            </a:r>
            <a:r>
              <a:rPr lang="en-US"/>
              <a:t>rogress, Due date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9F3E7-A46A-3493-A9B2-DCD3DEC1F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F097E-CCF1-4241-87BD-030B3D15E719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3010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A14224FF-98D1-A067-60B1-385FF161EDF3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sx="58000" sy="58000" algn="tl" rotWithShape="0">
              <a:prstClr val="black">
                <a:alpha val="59000"/>
              </a:prstClr>
            </a:outerShdw>
          </a:effectLst>
        </p:spPr>
        <p:txBody>
          <a:bodyPr/>
          <a:lstStyle/>
          <a:p>
            <a:r>
              <a:rPr lang="en-US" altLang="zh-TW" dirty="0"/>
              <a:t>Thank You!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23665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Wistron_standard_16x9_2024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22476564D0044C9E979BAAE6D5B9F5" ma:contentTypeVersion="7" ma:contentTypeDescription="Create a new document." ma:contentTypeScope="" ma:versionID="b802173bc230f32df7e86177258b4ad2">
  <xsd:schema xmlns:xsd="http://www.w3.org/2001/XMLSchema" xmlns:xs="http://www.w3.org/2001/XMLSchema" xmlns:p="http://schemas.microsoft.com/office/2006/metadata/properties" xmlns:ns2="a849e401-53aa-46c7-8af2-60524ff5a26b" targetNamespace="http://schemas.microsoft.com/office/2006/metadata/properties" ma:root="true" ma:fieldsID="0fecd2f072fcafc5bc7110025b665fa5" ns2:_="">
    <xsd:import namespace="a849e401-53aa-46c7-8af2-60524ff5a2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49e401-53aa-46c7-8af2-60524ff5a2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172E048-6D95-4F4A-AAC2-23061DD5CB1A}">
  <ds:schemaRefs>
    <ds:schemaRef ds:uri="a849e401-53aa-46c7-8af2-60524ff5a26b"/>
    <ds:schemaRef ds:uri="http://schemas.microsoft.com/office/2006/documentManagement/types"/>
    <ds:schemaRef ds:uri="http://www.w3.org/XML/1998/namespace"/>
    <ds:schemaRef ds:uri="http://purl.org/dc/elements/1.1/"/>
    <ds:schemaRef ds:uri="http://purl.org/dc/terms/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9374B7CF-A9DD-4470-A62A-37237BE0917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849e401-53aa-46c7-8af2-60524ff5a2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CCE4332-1872-48DE-A9C7-55051CD3021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e0795e0-d7c0-4eeb-b9bb-bc94d8980d3b}" enabled="0" method="" siteId="{de0795e0-d7c0-4eeb-b9bb-bc94d8980d3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Crayons</Template>
  <TotalTime>75602</TotalTime>
  <Words>128</Words>
  <Application>Microsoft Office PowerPoint</Application>
  <PresentationFormat>On-screen Show (16:9)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Wistron_standard_16x9_2024</vt:lpstr>
      <vt:lpstr>FUNTION – DUONG LUONG</vt:lpstr>
      <vt:lpstr>MAIN</vt:lpstr>
      <vt:lpstr>1. Purpose + Files and file locations that need updating</vt:lpstr>
      <vt:lpstr>2. Algorithm Flowchart</vt:lpstr>
      <vt:lpstr>3.Progress, Due date</vt:lpstr>
      <vt:lpstr>Thank You!</vt:lpstr>
    </vt:vector>
  </TitlesOfParts>
  <Company>pica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Perry</dc:creator>
  <cp:lastModifiedBy>Duong Luong/WVN/Wistron</cp:lastModifiedBy>
  <cp:revision>1308</cp:revision>
  <dcterms:created xsi:type="dcterms:W3CDTF">2008-08-07T15:44:20Z</dcterms:created>
  <dcterms:modified xsi:type="dcterms:W3CDTF">2026-05-14T09:17:39Z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0x0101007322476564D0044C9E979BAAE6D5B9F5</vt:lpwstr>
  </property>
</Properties>
</file>